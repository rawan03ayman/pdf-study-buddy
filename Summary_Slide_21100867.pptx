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331720" cy="51435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1720" y="0"/>
            <a:ext cx="68122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4983480"/>
            <a:ext cx="68122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74320"/>
            <a:ext cx="1005840" cy="1005840"/>
          </a:xfrm>
          <a:prstGeom prst="ellipse">
            <a:avLst/>
          </a:prstGeom>
          <a:solidFill>
            <a:srgbClr val="1565C0"/>
          </a:solidFill>
          <a:ln w="25400">
            <a:solidFill>
              <a:srgbClr val="3D6D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260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" y="14173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PDF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Study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Buddy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" y="2651760"/>
            <a:ext cx="187452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2724912"/>
            <a:ext cx="20848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</a:rPr>
              <a:t>Student ID
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21100867
</a:t>
            </a:r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</a:rPr>
              <a:t>Track
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 — LangChain
</a:t>
            </a:r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</a:rPr>
              <a:t>Course
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LangChain MasterClass
Doc Processing &amp; RAG
</a:t>
            </a:r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</a:rPr>
              <a:t>Assignment
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A2 — Apps 6–10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68880" y="109728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37E"/>
                </a:solidFill>
              </a:rPr>
              <a:t>PDF Study Buddy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56692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909C"/>
                </a:solidFill>
              </a:rPr>
              <a:t>RAG-Based Document Q&amp;A System  |  AIU Coursera Lab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877824"/>
            <a:ext cx="6583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950976"/>
            <a:ext cx="312724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0592" y="950976"/>
            <a:ext cx="54864" cy="1207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987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🎯  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78608" y="1243584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Students waste time searching lecture PDFs manually.
</a:t>
            </a:r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No way to ask direct questions and get cited answers.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87568" y="950976"/>
            <a:ext cx="331012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87568" y="950976"/>
            <a:ext cx="54864" cy="1207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15584" y="9875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✅  Solution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15584" y="1243584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PDF Study Buddy — upload any lecture PDF,
</a:t>
            </a:r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ask questions in plain language, and get
</a:t>
            </a:r>
            <a:pPr indent="0" marL="0">
              <a:buNone/>
            </a:pPr>
            <a:r>
              <a:rPr lang="en-US" sz="850" dirty="0">
                <a:solidFill>
                  <a:srgbClr val="424242"/>
                </a:solidFill>
              </a:rPr>
              <a:t>answers with exact page citations.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50592" y="2267712"/>
            <a:ext cx="157276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50592" y="2267712"/>
            <a:ext cx="1572768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7168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871216" y="23774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LangChain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71216" y="2596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</a:rPr>
              <a:t>RAG Orchestration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087368" y="2267712"/>
            <a:ext cx="157276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87368" y="2267712"/>
            <a:ext cx="1572768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23944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507992" y="23774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</a:rPr>
              <a:t>Groq API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07992" y="2596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</a:rPr>
              <a:t>LLaMA 3.3 — Fast LLM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724144" y="2267712"/>
            <a:ext cx="157276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24144" y="2267712"/>
            <a:ext cx="1572768" cy="64008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144768" y="23774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3593"/>
                </a:solidFill>
              </a:rPr>
              <a:t>ChromaDB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44768" y="2596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</a:rPr>
              <a:t>Persistent Vector DB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360920" y="2267712"/>
            <a:ext cx="157276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60920" y="2267712"/>
            <a:ext cx="1572768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97496" y="2359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781544" y="23774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Streamlit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81544" y="2596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8909C"/>
                </a:solidFill>
              </a:rPr>
              <a:t>Chat Web Interface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468880" y="323697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4242"/>
                </a:solidFill>
              </a:rPr>
              <a:t>⚙️  RAG Pipeline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49424" y="3511296"/>
            <a:ext cx="1005840" cy="43891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49424" y="351129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📄 Load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55264" y="3511296"/>
            <a:ext cx="18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38144" y="3511296"/>
            <a:ext cx="1005840" cy="43891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38144" y="351129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✂️ Split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443984" y="3511296"/>
            <a:ext cx="18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→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26864" y="3511296"/>
            <a:ext cx="1005840" cy="43891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26864" y="351129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🧠 Embed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32704" y="3511296"/>
            <a:ext cx="18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→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15584" y="3511296"/>
            <a:ext cx="1005840" cy="43891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15584" y="351129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💾 Store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821424" y="3511296"/>
            <a:ext cx="18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→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04304" y="3511296"/>
            <a:ext cx="1005840" cy="438912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04304" y="351129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🔍 Retrieve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010144" y="3511296"/>
            <a:ext cx="182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→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193024" y="3511296"/>
            <a:ext cx="100584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93024" y="3511296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💬 Generate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450592" y="3767328"/>
            <a:ext cx="1572768" cy="685800"/>
          </a:xfrm>
          <a:prstGeom prst="rect">
            <a:avLst/>
          </a:prstGeom>
          <a:solidFill>
            <a:srgbClr val="E3F2FD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05456" y="3840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2834640" y="382219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</a:rPr>
              <a:t>3 Test Cases Passed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</a:rPr>
              <a:t>All with page citations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087368" y="3767328"/>
            <a:ext cx="1572768" cy="685800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42232" y="3840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🆓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471416" y="382219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</a:rPr>
              <a:t>100% Free Embeddings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</a:rPr>
              <a:t>HuggingFace MiniLM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724144" y="3767328"/>
            <a:ext cx="1572768" cy="685800"/>
          </a:xfrm>
          <a:prstGeom prst="rect">
            <a:avLst/>
          </a:prstGeom>
          <a:solidFill>
            <a:srgbClr val="E3F2FD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79008" y="3840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108192" y="382219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</a:rPr>
              <a:t>Ultra-Fast Responses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</a:rPr>
              <a:t>Groq LLaMA 3.3-70B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360920" y="3767328"/>
            <a:ext cx="1572768" cy="685800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15784" y="3840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744968" y="382219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</a:rPr>
              <a:t>Persistent Vector DB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24242"/>
                </a:solidFill>
              </a:rPr>
              <a:t>No re-embedding on reload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331720" y="4992624"/>
            <a:ext cx="6812280" cy="15087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77440" y="4992624"/>
            <a:ext cx="667512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0CAF9"/>
                </a:solidFill>
              </a:rPr>
              <a:t>github.com/rawan03ayman/pdf-study-buddy  |  Student ID: 21100867  |  AIU Coursera Lab — Track A  |  Assignment A2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Study Buddy — Summary Slide</dc:title>
  <dc:subject>PptxGenJS Presentation</dc:subject>
  <dc:creator>Rawan Ayman</dc:creator>
  <cp:lastModifiedBy>Rawan Ayman</cp:lastModifiedBy>
  <cp:revision>1</cp:revision>
  <dcterms:created xsi:type="dcterms:W3CDTF">2026-05-21T11:15:42Z</dcterms:created>
  <dcterms:modified xsi:type="dcterms:W3CDTF">2026-05-21T11:15:42Z</dcterms:modified>
</cp:coreProperties>
</file>